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Google Core Brand でデッキを生成する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本日の内容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取り込み結果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ブランド準拠の確認ポイント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エクスポート検証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2026-07-07T00:37:46Z</dcterms:created>
  <dcterms:modified xsi:type="dcterms:W3CDTF">2026-07-07T00:37:46Z</dcterms:modified>
</cp:coreProperties>
</file>